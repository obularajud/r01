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71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866233"/>
            <a:ext cx="685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1953666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97316"/>
                </a:solidFill>
                <a:latin typeface="JetBrains Mono"/>
              </a:rPr>
              <a:t>ARCHITECTURE &amp;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44191"/>
            <a:ext cx="9101137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Space Grotesk"/>
              </a:rPr>
              <a:t>React Fundamentals &amp; State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51833"/>
            <a:ext cx="6953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Space Grotesk"/>
              </a:rPr>
              <a:t>Component architecture, routing parameters, Higher-Order Components, Context API, and Redux data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90800"/>
            <a:ext cx="4608462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019550"/>
            <a:ext cx="4608462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262" y="1828800"/>
            <a:ext cx="5907137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662" y="1981200"/>
            <a:ext cx="5602337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JetBrains Mono"/>
              </a:rPr>
              <a:t>01 / CURRICULUM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React Fundamentals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819400"/>
            <a:ext cx="544853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Core Building 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162300"/>
            <a:ext cx="424651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Environment setup, component syntax, state, and props.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48150"/>
            <a:ext cx="544853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Interactive UI &amp;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591050"/>
            <a:ext cx="424651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Event handlers, form validation, styling, and React Hooks.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0375"/>
            <a:ext cx="2571750" cy="1847850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890837"/>
            <a:ext cx="2571750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890837"/>
            <a:ext cx="2571750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890837"/>
            <a:ext cx="2571750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05175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195637"/>
            <a:ext cx="3048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195637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3195637"/>
            <a:ext cx="2381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02 / FOUNDATION PILLARS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Core Architecture Pillars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24275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Environment Set-up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05275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Node.js runtime with modern build bundling.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614737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Component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995737"/>
            <a:ext cx="22098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Stateless functional views versus class syntax.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614737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States &amp; Props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995737"/>
            <a:ext cx="22098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Internal component memory versus external inputs.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614737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Event Handlers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3995737"/>
            <a:ext cx="22098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Synthetic browser events triggering state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9350"/>
            <a:ext cx="53721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419350"/>
            <a:ext cx="53721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38600"/>
            <a:ext cx="53721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038600"/>
            <a:ext cx="53721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24150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72415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43400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4343400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JetBrains Mono"/>
              </a:rPr>
              <a:t>03 / 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UI Engineering &amp;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5900" y="2724150"/>
            <a:ext cx="55006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Form Handling &amp;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5900" y="3067050"/>
            <a:ext cx="4286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Controlled inputs with real-time schema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0" y="2724150"/>
            <a:ext cx="5143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CSS &amp; Bootstrap 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0" y="3067050"/>
            <a:ext cx="43243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Modular stylesheets paired with responsive utility grids.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4343400"/>
            <a:ext cx="55506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Re-usable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800" y="4686300"/>
            <a:ext cx="43243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Composable UI primitives driven by dynamic props.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0" y="4343400"/>
            <a:ext cx="5143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Lifecycle Methods vs Hooks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0" y="4686300"/>
            <a:ext cx="43243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Declarative useEffect synchronization replacing class lifecycles.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24050"/>
            <a:ext cx="5925294" cy="400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114550"/>
            <a:ext cx="5544294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04 / UNIDIRECTIONAL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Shared State Across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2094" y="2647950"/>
            <a:ext cx="468555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Root State Container:</a:t>
            </a:r>
            <a:r>
              <a:rPr sz="1500" b="0" i="0" u="none">
                <a:solidFill>
                  <a:srgbClr val="334155"/>
                </a:solidFill>
                <a:latin typeface="Space Grotesk"/>
              </a:rPr>
              <a:t> App.js holds centralized state_values.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2094" y="3333750"/>
            <a:ext cx="468555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Downward Distribution:</a:t>
            </a:r>
            <a:r>
              <a:rPr sz="1500" b="0" i="0" u="none">
                <a:solidFill>
                  <a:srgbClr val="334155"/>
                </a:solidFill>
                <a:latin typeface="Space Grotesk"/>
              </a:rPr>
              <a:t> Parent passes state to Component 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2094" y="4019550"/>
            <a:ext cx="468555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Sibling Synchronization:</a:t>
            </a:r>
            <a:r>
              <a:rPr sz="1500" b="0" i="0" u="none">
                <a:solidFill>
                  <a:srgbClr val="334155"/>
                </a:solidFill>
                <a:latin typeface="Space Grotesk"/>
              </a:rPr>
              <a:t> Component B receives identical state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2094" y="4705350"/>
            <a:ext cx="468555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Single Source:</a:t>
            </a:r>
            <a:r>
              <a:rPr sz="1500" b="0" i="0" u="none">
                <a:solidFill>
                  <a:srgbClr val="334155"/>
                </a:solidFill>
                <a:latin typeface="Space Grotesk"/>
              </a:rPr>
              <a:t> Prevents desynchronized local component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99062" y="2933700"/>
            <a:ext cx="2877442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05105" y="2933700"/>
            <a:ext cx="2877442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95500"/>
            <a:ext cx="4608462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47900"/>
            <a:ext cx="4303662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JetBrains Mono"/>
              </a:rPr>
              <a:t>05 / DYNAMIC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URL Parameters: Path vs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7662" y="3238500"/>
            <a:ext cx="302530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172A"/>
                </a:solidFill>
                <a:latin typeface="JetBrains Mono"/>
              </a:rPr>
              <a:t>/users/:id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7662" y="3505200"/>
            <a:ext cx="317656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Path 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7662" y="3914775"/>
            <a:ext cx="2515492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Identifies specific mandatory resources via useParams hook.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3705" y="3238500"/>
            <a:ext cx="302530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284C7"/>
                </a:solidFill>
                <a:latin typeface="JetBrains Mono"/>
              </a:rPr>
              <a:t>?sort=asc&amp;page=2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3705" y="3505200"/>
            <a:ext cx="317656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Query 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3705" y="3914775"/>
            <a:ext cx="2515492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Controls optional filtering or pagination via useSearchParams.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496591"/>
            <a:ext cx="609600" cy="571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820441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284C7"/>
                </a:solidFill>
                <a:latin typeface="JetBrains Mono"/>
              </a:rPr>
              <a:t>PART II / ADVANCED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34766"/>
            <a:ext cx="8101012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Space Grotesk"/>
              </a:rPr>
              <a:t>Logic Reuse &amp; Global State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54788" y="2719387"/>
            <a:ext cx="4227611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54788" y="3890962"/>
            <a:ext cx="4227611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09750"/>
            <a:ext cx="6364188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62150"/>
            <a:ext cx="6059388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JetBrains Mono"/>
              </a:rPr>
              <a:t>06 / AUTHORIZATION GUARD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Higher-Order Components (HOC)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3388" y="2947987"/>
            <a:ext cx="460861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Centralized Auth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3388" y="3252787"/>
            <a:ext cx="46086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Verifies credentials from /login page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3388" y="4119562"/>
            <a:ext cx="460861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Protected Route Wrapper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3388" y="4424362"/>
            <a:ext cx="386566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Grants access to /home, /profile, and /service pages.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1750"/>
            <a:ext cx="4389090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000500"/>
            <a:ext cx="4389090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690" y="1809750"/>
            <a:ext cx="6202709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090" y="1962150"/>
            <a:ext cx="5897909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07 / COMPONENT TREE TELEPORTATION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Prop Drilling vs. Context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800350"/>
            <a:ext cx="516060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C2626"/>
                </a:solidFill>
                <a:latin typeface="Space Grotesk"/>
              </a:rPr>
              <a:t>Prop Drilling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143250"/>
            <a:ext cx="402714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Forces data manually through every intermediate child component.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29100"/>
            <a:ext cx="516060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Space Grotesk"/>
              </a:rPr>
              <a:t>Context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572000"/>
            <a:ext cx="402714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Broadcasts data directly to any nested consumer component.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391150"/>
            <a:ext cx="2600325" cy="1009650"/>
          </a:xfrm>
          <a:prstGeom prst="roundRect">
            <a:avLst>
              <a:gd name="adj" fmla="val 94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5391150"/>
            <a:ext cx="2600325" cy="1009650"/>
          </a:xfrm>
          <a:prstGeom prst="roundRect">
            <a:avLst>
              <a:gd name="adj" fmla="val 94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5391150"/>
            <a:ext cx="2600325" cy="1009650"/>
          </a:xfrm>
          <a:prstGeom prst="roundRect">
            <a:avLst>
              <a:gd name="adj" fmla="val 94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5391150"/>
            <a:ext cx="2600325" cy="1009650"/>
          </a:xfrm>
          <a:prstGeom prst="roundRect">
            <a:avLst>
              <a:gd name="adj" fmla="val 94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71600"/>
            <a:ext cx="10972800" cy="2952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24000"/>
            <a:ext cx="10668000" cy="2647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JetBrains Mono"/>
              </a:rPr>
              <a:t>08 / PREDICTABLE STATE 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Redux Unidirectional Data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5562600"/>
            <a:ext cx="2774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5772150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Action Creators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6029325"/>
            <a:ext cx="2774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Dispatches action payload.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0925" y="5562600"/>
            <a:ext cx="2774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JetBrains Mono"/>
              </a:rP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0925" y="5772150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Reducer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0925" y="6029325"/>
            <a:ext cx="2774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Computes next state purely.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0" y="5562600"/>
            <a:ext cx="2774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JetBrains Mono"/>
              </a:rPr>
              <a:t>STEP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5772150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Central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0" y="6029325"/>
            <a:ext cx="2774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Saves updated state tree.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2575" y="5562600"/>
            <a:ext cx="2774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6A34A"/>
                </a:solidFill>
                <a:latin typeface="JetBrains Mono"/>
              </a:rPr>
              <a:t>STEP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2575" y="5772150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React Component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2575" y="6029325"/>
            <a:ext cx="2774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Re-renders subscribed 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00250"/>
            <a:ext cx="4827984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52650"/>
            <a:ext cx="4523184" cy="3505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818584" y="2057400"/>
            <a:ext cx="5763815" cy="36957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8584" y="2057400"/>
          <a:ext cx="5763815" cy="3695700"/>
        </p:xfrm>
        <a:graphic>
          <a:graphicData uri="http://schemas.openxmlformats.org/drawingml/2006/table">
            <a:tbl>
              <a:tblPr/>
              <a:tblGrid>
                <a:gridCol w="2580382"/>
                <a:gridCol w="3183433"/>
              </a:tblGrid>
              <a:tr h="7391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JetBrains Mono"/>
                        </a:rPr>
                        <a:t>Package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Core Responsibility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redux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Space Grotesk"/>
                        </a:rPr>
                        <a:t>Core state store and reducer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react-redux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Space Grotesk"/>
                        </a:rPr>
                        <a:t>Official React bindings and hooks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redux-thunk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Space Grotesk"/>
                        </a:rPr>
                        <a:t>Asynchronous API action middleware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redux-devtools-extension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Space Grotesk"/>
                        </a:rPr>
                        <a:t>Time-travel state debugging inspector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09 / ECOSYSTEM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Required Redux Packages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476750"/>
            <a:ext cx="6096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67250" y="2343150"/>
            <a:ext cx="2857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97316"/>
                </a:solidFill>
                <a:latin typeface="JetBrains Mono"/>
              </a:rP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429" y="2695575"/>
            <a:ext cx="11793140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Space Grotesk"/>
              </a:rPr>
              <a:t>Ready to Build Scalable React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600450"/>
            <a:ext cx="8096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Space Grotesk"/>
              </a:rPr>
              <a:t>Combine modular components, protected HOC routes, Context providers, and Redux stores for production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426</Words>
  <Application>Microsoft Macintosh PowerPoint</Application>
  <PresentationFormat>Custom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JetBrains Mono</vt:lpstr>
      <vt:lpstr>Space Grotesk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giri</dc:creator>
  <dc:description>generated using python-pptx</dc:description>
  <cp:lastModifiedBy>giri</cp:lastModifiedBy>
  <cp:revision>1</cp:revision>
  <dcterms:created xsi:type="dcterms:W3CDTF">2013-01-27T09:14:16Z</dcterms:created>
  <dcterms:modified xsi:type="dcterms:W3CDTF">2026-10-14T11:09:46Z</dcterms:modified>
</cp:coreProperties>
</file>